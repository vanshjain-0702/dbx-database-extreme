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INCUBATION BRIEFING  ·  CONFIDENTIAL  · 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1F6FB"/>
                </a:solidFill>
                <a:latin typeface="Calibri"/>
              </a:rPr>
              <a:t>The tenant is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8EA8BD"/>
                </a:solidFill>
                <a:latin typeface="Calibri"/>
              </a:rPr>
              <a:t>DBX is the per-tenant memory engine for AI products: one isolated store per customer, holding working state and vector memory. Not a shared cluster with a prefix.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EA8BD"/>
                </a:solidFill>
                <a:latin typeface="Calibri"/>
              </a:rPr>
              <a:t>v1.1.0   ·   100 tenants/node   ·   BSL 1.1   ·   Founder: Vansh Jain, DTU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One isolated engine per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EA8BD"/>
                </a:solidFill>
                <a:latin typeface="Calibri"/>
              </a:rPr>
              <a:t>Every customer of an AI product needs private session state and private semantic recall. DBX makes the tenant the unit of the database — directory, WAL, HNSW index, process, and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3163824"/>
            <a:ext cx="314553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01  Working state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KV with TTL: session, scratchpad, rate counters. Same connection as recall.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0175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5EE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3163824"/>
            <a:ext cx="314553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02  Vector memory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SQ8 HNSW, mmap'd, sized for per-tenant working sets — not a billion-vector corpus.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0175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3163824"/>
            <a:ext cx="314553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03  Sealed domain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Linux strict: process, Landlock, envelope encryption, Unix SO_PEERCRED.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2/20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Agents shipped. Isolation did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Agent platforms now give every end-customer a memory, not a chat transcript.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Indirect prompt injection can leak neighbor context into the reasoning chain.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Regulated buyers need delete-my-data as an API (GDPR / DPDP-shaped off-boarding).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Redis plus a vector DB doubles on-call, dual-writes, and bills.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Firecracker per user is a fleet. Prefix filters are a hope. DBX is the third path (~14–17 MiB RSS per idle worker).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3/20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Shared clusters make tenancy your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Tenancy is a key prefix — one forgotten tenant_id is a cross-customer leak.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Cache + vector DB — dual writes, drift after crashes, two on-call surfaces.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Backup is cluster-wide — cannot restore or export a single customer.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Deletion is a scan — “delete my data” becomes an engineering project.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Shared memory pool — a noisy tenant evicts a quiet tenant’s working set.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Cost is guessed — no meter for what one customer actually consumes.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4/20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Isolation is a directory, a WAL, and a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EA8BD"/>
                </a:solidFill>
                <a:latin typeface="Calibri"/>
              </a:rPr>
              <a:t>HTTP :8000 is tenant lifecycle, JWT, and the dashboard. RESP :6380 is AUTH tenant:key — redis-py, ioredis, and go-redis already speak it. GET on harbor cannot open acme’s files or sockets. Purge shreds the wrap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On-ramp, not a USP: existing RESP clients work. Not a drop-in Redis replacement.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Linux production (DBX_ISOLATION_MODE=strict) seals each tenant as dbx-server + Landlock + DEK.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USPS 01–03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Five claims. Each is true in the binary.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12264"/>
            <a:ext cx="3145536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USP 01  Tenant is first-class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POST /api/provision returns a live engine: directory, WAL, HNSW, snapshots, process. Backup, restore, hibernate, and purge operate on exactly one customer.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5EE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112264"/>
            <a:ext cx="3145536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USP 02  State + memory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Session KV and semantic recall share a connection, a directory, and a backup zip. Limit: periodic .rdb serializes KV; vectors live in mmap + WAL + seals.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6596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FF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112264"/>
            <a:ext cx="3145536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USP 03  Cost of active tenants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SQ8 rows are ~4× smaller than float32. Idle tenants live in page cache. The metric is cost per active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6/20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USPS 04–05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Self-hosted. Kernel-sealed on Linux.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12264"/>
            <a:ext cx="520293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USP 04  One binary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Embeddings never leave the customer network. Dashboard, console, explorer, and vector playground compile into the orchestrator.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166360" cy="219456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112264"/>
            <a:ext cx="483717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USP 05  Isolation Kernel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Process + Landlock + AES-256-GCM (WAL, checkpoints, ids, HNSW) + Unix sockets gated by orchestrator PID.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EA8BD"/>
                </a:solidFill>
                <a:latin typeface="Calibri"/>
              </a:rPr>
              <a:t>~15 MiB idle worker RSS   ·   O(1) DEK shred   ·   SQ8 rows stay mmap plaintext (use LUKS)   ·   Not the strongest sandbox — Firecracker is stronger.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7/20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The lifecycle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Provision — isolated engine in milliseconds; optional 0–2 async WAL replicas (primary acks locally).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Keys — reader / writer / tenant-admin. Reader cannot SET or VADD. Revoke is immediate.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Query — public data plane RESP :6380. Python SDK: remember / recall / forget.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Backup — one-customer zip, SHA-256 manifest, restore with rollback. Hibernate keeps the directory.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Shred — purge=true zeros the wrapped DEK, then deletes the directory. Blast radius: one tenant.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Certified v1 surface: durable strings + vectors. Raft, cluster, and non-string mutations fail 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8/20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WHO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Teams whose customers each need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5321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12264"/>
            <a:ext cx="52029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Ideal customer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AI agent platforms · Vertical AI SaaS (legal, medical, support, finance) · On-prem / regulated one-binary deployments · Teams hand-rolling tenancy over a cache and a vector 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16636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FF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112264"/>
            <a:ext cx="483717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We say no quickly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One tenant, one workload. Billion-vector ANN. SQL / joins / system of record. Buying DBX as a Pinecone-style fully managed service. We sit in front of the ledger and underneath the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9/20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WHITE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Giants optimize the cluster. We sell a different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Peak KV throughput → Redis / Dragonfly. Their design target.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Billion-vector ANN + sharding → Qdrant / Milvus. Wrong index size for our thesis.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Fully managed vectors → Pinecone. We are software you run, deliberately.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Joins and SQL → Postgres + pgvector. DBX is memory, not the ledger.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Per-tenant isolation is not a row on those charts. We do not take the Redis fight.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10/20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STATUS  ·  V1.1.0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Shipped. Certified.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GO for single-node production: 100 tenants/node, 100k vectors/tenant.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Isolation Kernel, Unix data plane, usage meter, scoped keys, Python SDK, dashboard.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Public site, 5m18s walkthrough, DEV.to Isolation Kernel article kit.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No ARR, no customer logos, no SOC 2. Not a cluster. hello@dbxdb.io has no MX yet.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BSL 1.1: free inside your SaaS; commercial license if you sell managed DBX.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11/20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PROOF  ·  27 AUG 2026  ·  ONE NODE  ·  ONE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Isolation is not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SET 186,147 ops/s · GET 284,785 ops/s · pipeline 64 · WAL everysec.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Ingest 7,233 vec/s (100k × 128, 8-way HNSW). Search p50/p95/p99 2.304 / 3.132 / 3.730 ms.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Recall@10 mean 0.920 / p05 0.800 (SQ8 vs float32 brute force).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Strict idle worker ~14–17 MiB RSS. Quiet GET isolated under noisy writers.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Not a competitor ranking. Linux CI re-runs the harness.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12/20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A category the cluster vendors do not serve.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12264"/>
            <a:ext cx="31455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TAM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Vector DB ~$3.2B (2025) → ~$8.95B (2030), 27.5% CAGR (MarketsandMarkets). Agent memory infra ~$1.62B → ~$15.2B by 2034 (HTF).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5EE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112264"/>
            <a:ext cx="31455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SAM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Agentic AI in vector DBs ~$0.57B (2026) → ~$1.73B (2031), 24.86% CAGR (Mordor). Self-hosted per-customer isolation is the unnamed slice.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6596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FF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112264"/>
            <a:ext cx="31455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SOM · 24 months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Operational target, not a forecast: 10 vertical-AI design partners; 3 commercial-license conversations. No invented ARR.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Free in your product. Paid when you sell 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12264"/>
            <a:ext cx="31455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Self-host · Free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BSL 1.1. Production and embed-in-your-SaaS permitted. Apache 2.0 after four years.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5EE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112264"/>
            <a:ext cx="31455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Commercial · Talk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Required if DBX itself is the service sold to third parties. Billable unit: the tenant.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6596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112264"/>
            <a:ext cx="31455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Support · Talk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Named contacts and SLA language. No fake public SKUs. Managed DBX remains a company decision the BSL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14/20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GO-TO-MARKET  ·  18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Land in the binary. Expand on the tenant.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Developer-led: GitHub, RESP clients, 15-minute Python path, Isolation Kernel article.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Vertical design partners: legal, support, on-prem AI SaaS with a residency story.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Trust path: live MX, commercial paper, SOC 2 readiness (not a badge we have).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Product next: Linux density published, engine coverage, promote-without-restart.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Managed DBX only when design partners pull — BSL keeps that our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15/20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Incubation to first commercial licenses.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EA8BD"/>
                </a:solidFill>
                <a:latin typeface="Calibri"/>
              </a:rPr>
              <a:t>18-month operating partnership. Scale the currency envelope to the incubator; keep the mix.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45%  Core engineering — density beyond 100/node, replica promote, coverage, optional float32 mode.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20%  Trust &amp; compliance path — domain + MX, commercial license paper, SOC 2 readiness, LUKS ops.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20%  Design partners / GTM — first 10 teams, not a paid-ads plan.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10%  Legal · IP · contracts.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5%   CI · demo hardware · domain.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Gates: 10 design partners · 3 commercial conversations · Linux density published · mailbox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16/20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Founder-built systems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53212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9E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12264"/>
            <a:ext cx="52029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Vansh Jain — Founder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Engineering undergraduate, Delhi Technological University. Designed and shipped the Go 1.25 engine, Isolation Kernel, SQ8 HNSW, orchestrator, dashboard, Python SDK, and public site. github.com/vanshjain-0702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166360" cy="3840480"/>
          </a:xfrm>
          <a:prstGeom prst="roundRect">
            <a:avLst>
              <a:gd name="adj" fmla="val 8000"/>
            </a:avLst>
          </a:prstGeom>
          <a:solidFill>
            <a:srgbClr val="0D1C2B"/>
          </a:solidFill>
          <a:ln>
            <a:solidFill>
              <a:srgbClr val="5EE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2112264"/>
            <a:ext cx="483717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1F6FB"/>
                </a:solidFill>
                <a:latin typeface="Calibri"/>
              </a:rPr>
              <a:t>What incubation adds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EA8BD"/>
                </a:solidFill>
                <a:latin typeface="Calibri"/>
              </a:rPr>
              <a:t>Legal templates and IP hygiene. Design-partner introductions. Domain, mailbox, security-review process. Not a rewrite of the kernel — the product is the proof of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17/20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RISKS WE ALREADY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Diligence, not a badge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SQ8 .vec rows stay mmap plaintext so idle tenants stay cheap — use LUKS/fscrypt.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Landlock governs opens, not connect()/stat(). Sockets: SO_PEERCRED + mode 0600.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No worker network restriction. Data in use is plaintext. cgroup is best-effort in containers.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Certified cap 100 tenants/node. Single-node. Not SOC 2. Not a Redis replacement.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Solo founder concentration. Pre-revenue. Domain MX not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18/20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1F6FB"/>
                </a:solidFill>
                <a:latin typeface="Calibri"/>
              </a:rPr>
              <a:t>Give every customer a database, not a prefix.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EA8BD"/>
                </a:solidFill>
                <a:latin typeface="Calibri"/>
              </a:rPr>
              <a:t>We are asking incubation to take a shipped Isolation Kernel to the first ten design partners and the first commercial licenses — with the same honesty we use in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EA8BD"/>
                </a:solidFill>
                <a:latin typeface="Calibri"/>
              </a:rPr>
              <a:t>github.com/vanshjain-0702/DBX-Database-Extreme    ·    github.io/DBX-Database-Extreme/pitch.html    ·    demo.html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19/20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EE7FF"/>
                </a:solidFill>
                <a:latin typeface="Calibri"/>
              </a:rPr>
              <a:t>APPENDIX  ·  NON-GOALS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F6FB"/>
                </a:solidFill>
                <a:latin typeface="Calibri"/>
              </a:rPr>
              <a:t>Coherence is a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Beating Redis on single-instance KV — wrong buyer, unwinnable axis.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Sharded billion-vector ANN — wrong index size for our thesis.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Managed DBX cloud as a default — BSL exists so this stays a company decision.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SQL / joins / cross-entity ACID — we are memory, not the system of record.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OLAP over history — wrong shape entirely.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8EA8BD"/>
                </a:solidFill>
                <a:latin typeface="Calibri"/>
              </a:rPr>
              <a:t>•  Sources: docs/positioning.md · docs/isolation.md · LICENSE (BSL 1.1 → Apache 2.0 after four years).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EA8BD"/>
                </a:solidFill>
                <a:latin typeface="Calibri"/>
              </a:rPr>
              <a:t>DBX  ·  Incubation deck  ·  Confidential  ·  v1.1.0  ·  20/20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EE7FF"/>
                </a:solidFill>
                <a:latin typeface="Calibri"/>
              </a:rPr>
              <a:t>BSL 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